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831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91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406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23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9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6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99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24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809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77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044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874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541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05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652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378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225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06448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783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194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867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715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741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9893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262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285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3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084F-6474-25D7-BD01-3BAFFB62E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5C54F-ED60-D494-A009-D5F23FC87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F053F-0D3D-46E8-C6A0-3CA0F760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B639F-068E-8A03-D0A0-FF444AAC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51DAA-98CC-BCD1-F88A-B940CBBF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291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1D5FD-FDD8-9F24-B207-3E19E425C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7D2C5-5BA7-F109-C759-3DF7B7D7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62342-47CB-E11F-B90B-04DB6472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0EAD0-2310-8E17-B4D1-163D5D2A9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F35E6-93FF-E386-10A4-B1887CEF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122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3459-555D-BC5E-683C-6D586F15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85659-1EDB-5F34-A377-DEB3D2E0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3D3B0-DD1A-E7B0-30B3-DC52F1C9A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BE608-35DD-6201-2EE2-BEC57BA7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74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F5EB5B1B-D063-4D50-9C77-5970481231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40EFF775-CD11-43C3-9E79-5682FCBD1273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31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C22E-5BB7-68BE-51CE-5C0C39907B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LINUX SIGNAL-BASED PROCESS CONTROLLER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E62C9-7471-F18A-6D44-252B9040A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8800" y="4907756"/>
            <a:ext cx="9144000" cy="165576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TEAM MEMBERS : -</a:t>
            </a:r>
          </a:p>
          <a:p>
            <a:r>
              <a:rPr lang="en-IN" dirty="0"/>
              <a:t>2520030057 - </a:t>
            </a:r>
            <a:r>
              <a:rPr lang="en-IN" dirty="0" err="1"/>
              <a:t>S.Tanvi</a:t>
            </a:r>
            <a:endParaRPr lang="en-IN" dirty="0"/>
          </a:p>
          <a:p>
            <a:r>
              <a:rPr lang="en-IN" dirty="0"/>
              <a:t>2520030078 – </a:t>
            </a:r>
            <a:r>
              <a:rPr lang="en-IN" dirty="0" err="1"/>
              <a:t>M.Apoorva</a:t>
            </a:r>
            <a:endParaRPr lang="en-IN" dirty="0"/>
          </a:p>
          <a:p>
            <a:r>
              <a:rPr lang="en-IN" dirty="0"/>
              <a:t>2520030222 – </a:t>
            </a:r>
            <a:r>
              <a:rPr lang="en-IN" dirty="0" err="1"/>
              <a:t>K.Sahasra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98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F562-C129-DD35-A79F-80880D16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B5E8C-6717-7D55-BD78-F98A72306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20200" cy="5264986"/>
          </a:xfrm>
        </p:spPr>
        <p:txBody>
          <a:bodyPr>
            <a:normAutofit/>
          </a:bodyPr>
          <a:lstStyle/>
          <a:p>
            <a:r>
              <a:rPr lang="en-US" dirty="0"/>
              <a:t>Managing Linux processes requires separate terminal commands.</a:t>
            </a:r>
          </a:p>
          <a:p>
            <a:r>
              <a:rPr lang="en-US" dirty="0"/>
              <a:t> Users need to know process IDs and appropriate commands.</a:t>
            </a:r>
          </a:p>
          <a:p>
            <a:r>
              <a:rPr lang="en-US" dirty="0"/>
              <a:t> This can make process management difficult for beginners.</a:t>
            </a:r>
          </a:p>
          <a:p>
            <a:r>
              <a:rPr lang="en-US" dirty="0"/>
              <a:t>Our project provides a single menu-driven interface to control processes.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58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DD41-5FB8-13D8-BA06-85F4A159A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7C84-6DC2-E0B1-9937-6399CACA5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 process-control utility using C.</a:t>
            </a:r>
          </a:p>
          <a:p>
            <a:r>
              <a:rPr lang="en-US" dirty="0"/>
              <a:t> To pause and resume running processes.</a:t>
            </a:r>
          </a:p>
          <a:p>
            <a:r>
              <a:rPr lang="en-US" dirty="0"/>
              <a:t> To terminate and restart processes.</a:t>
            </a:r>
          </a:p>
          <a:p>
            <a:r>
              <a:rPr lang="en-US" dirty="0"/>
              <a:t>To use Linux signals and system calls.</a:t>
            </a:r>
          </a:p>
          <a:p>
            <a:r>
              <a:rPr lang="en-US" dirty="0"/>
              <a:t> To understand process management in operating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5305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B269F-D614-8B7F-03EE-5AD4CB22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3B51E-B632-50D7-002E-7ED736E43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Software Requirements</a:t>
            </a:r>
          </a:p>
          <a:p>
            <a:pPr marL="0" indent="0">
              <a:buNone/>
            </a:pPr>
            <a:r>
              <a:rPr lang="en-IN" dirty="0"/>
              <a:t> Operating System: Ubuntu Linux</a:t>
            </a:r>
          </a:p>
          <a:p>
            <a:pPr marL="0" indent="0">
              <a:buNone/>
            </a:pPr>
            <a:r>
              <a:rPr lang="en-IN" dirty="0"/>
              <a:t> Programming Language: C</a:t>
            </a:r>
          </a:p>
          <a:p>
            <a:pPr marL="0" indent="0">
              <a:buNone/>
            </a:pPr>
            <a:r>
              <a:rPr lang="en-IN" dirty="0"/>
              <a:t> Compiler: GCC</a:t>
            </a:r>
          </a:p>
          <a:p>
            <a:pPr marL="0" indent="0">
              <a:buNone/>
            </a:pPr>
            <a:r>
              <a:rPr lang="en-IN" dirty="0"/>
              <a:t>Editor: Nano or Visual Studio Code</a:t>
            </a:r>
          </a:p>
          <a:p>
            <a:pPr marL="0" indent="0">
              <a:buNone/>
            </a:pPr>
            <a:r>
              <a:rPr lang="en-IN" b="1" dirty="0"/>
              <a:t>Linux System Calls</a:t>
            </a:r>
          </a:p>
          <a:p>
            <a:pPr marL="0" indent="0">
              <a:buNone/>
            </a:pPr>
            <a:r>
              <a:rPr lang="en-IN" dirty="0"/>
              <a:t> fork() – Creates a child process.</a:t>
            </a:r>
          </a:p>
          <a:p>
            <a:pPr marL="0" indent="0">
              <a:buNone/>
            </a:pPr>
            <a:r>
              <a:rPr lang="en-IN" dirty="0" err="1"/>
              <a:t>execvp</a:t>
            </a:r>
            <a:r>
              <a:rPr lang="en-IN" dirty="0"/>
              <a:t>() – Executes a program.</a:t>
            </a:r>
          </a:p>
          <a:p>
            <a:pPr marL="0" indent="0">
              <a:buNone/>
            </a:pPr>
            <a:r>
              <a:rPr lang="en-IN" dirty="0"/>
              <a:t>kill() – Sends signals to a process.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waitpid</a:t>
            </a:r>
            <a:r>
              <a:rPr lang="en-IN" dirty="0"/>
              <a:t>() – Waits for a child process to finish.</a:t>
            </a:r>
          </a:p>
        </p:txBody>
      </p:sp>
    </p:spTree>
    <p:extLst>
      <p:ext uri="{BB962C8B-B14F-4D97-AF65-F5344CB8AC3E}">
        <p14:creationId xmlns:p14="http://schemas.microsoft.com/office/powerpoint/2010/main" val="2684201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84ADD-59BB-C3B2-71A4-BF3B3E6F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0A9F4-DC40-C2CE-4936-AC3BD1D9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Workflow</a:t>
            </a:r>
          </a:p>
          <a:p>
            <a:pPr marL="0" indent="0">
              <a:buNone/>
            </a:pPr>
            <a:r>
              <a:rPr lang="en-IN" dirty="0"/>
              <a:t>User Input → Process Creation → Menu Selection → Signal Generation → Process Control → Output Display</a:t>
            </a:r>
          </a:p>
          <a:p>
            <a:r>
              <a:rPr lang="en-IN" b="1" dirty="0"/>
              <a:t>Process Control Operations</a:t>
            </a:r>
          </a:p>
          <a:p>
            <a:pPr marL="0" indent="0">
              <a:buNone/>
            </a:pPr>
            <a:r>
              <a:rPr lang="en-IN" dirty="0"/>
              <a:t> Pause – SIGSTOP- Resume – SIGCONT- Terminate – SIGTERM- Restart – Terminate the old process and launch a new one.</a:t>
            </a:r>
          </a:p>
        </p:txBody>
      </p:sp>
    </p:spTree>
    <p:extLst>
      <p:ext uri="{BB962C8B-B14F-4D97-AF65-F5344CB8AC3E}">
        <p14:creationId xmlns:p14="http://schemas.microsoft.com/office/powerpoint/2010/main" val="2390382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5935-A199-8E4A-20AF-DB399D5B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4204-82AE-60FD-E80D-D627FBDB6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user enters a command to execute.</a:t>
            </a:r>
          </a:p>
          <a:p>
            <a:r>
              <a:rPr lang="en-US" dirty="0"/>
              <a:t> The program creates a child process using fork().</a:t>
            </a:r>
          </a:p>
          <a:p>
            <a:r>
              <a:rPr lang="en-US" dirty="0"/>
              <a:t> The child process executes the command using </a:t>
            </a:r>
            <a:r>
              <a:rPr lang="en-US" dirty="0" err="1"/>
              <a:t>execvp</a:t>
            </a:r>
            <a:r>
              <a:rPr lang="en-US" dirty="0"/>
              <a:t>().</a:t>
            </a:r>
          </a:p>
          <a:p>
            <a:r>
              <a:rPr lang="en-US" dirty="0"/>
              <a:t> The user selects an operation from the menu.</a:t>
            </a:r>
          </a:p>
          <a:p>
            <a:r>
              <a:rPr lang="en-US" dirty="0"/>
              <a:t> The program sends the appropriate signal using kill().</a:t>
            </a:r>
          </a:p>
          <a:p>
            <a:r>
              <a:rPr lang="en-US" dirty="0"/>
              <a:t> The process is restarted by launching the saved command again.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62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0AB19-B03C-0751-A658-0472B27A7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E3B75-CEBB-80F7-E652-693D5C303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Expected Results</a:t>
            </a:r>
          </a:p>
          <a:p>
            <a:pPr marL="0" indent="0">
              <a:buNone/>
            </a:pPr>
            <a:r>
              <a:rPr lang="en-US" dirty="0"/>
              <a:t>Successfully launches a process.</a:t>
            </a:r>
          </a:p>
          <a:p>
            <a:pPr marL="0" indent="0">
              <a:buNone/>
            </a:pPr>
            <a:r>
              <a:rPr lang="en-US" dirty="0"/>
              <a:t> Pauses a running process.</a:t>
            </a:r>
          </a:p>
          <a:p>
            <a:pPr marL="0" indent="0">
              <a:buNone/>
            </a:pPr>
            <a:r>
              <a:rPr lang="en-US" dirty="0"/>
              <a:t> Resumes a stopped process.</a:t>
            </a:r>
          </a:p>
          <a:p>
            <a:pPr marL="0" indent="0">
              <a:buNone/>
            </a:pPr>
            <a:r>
              <a:rPr lang="en-US" dirty="0"/>
              <a:t> Terminates a process.</a:t>
            </a:r>
          </a:p>
          <a:p>
            <a:pPr marL="0" indent="0">
              <a:buNone/>
            </a:pPr>
            <a:r>
              <a:rPr lang="en-US" dirty="0"/>
              <a:t>Restarts the process with a new PID.</a:t>
            </a:r>
          </a:p>
          <a:p>
            <a:r>
              <a:rPr lang="en-US" b="1" dirty="0"/>
              <a:t>Sample Output</a:t>
            </a:r>
          </a:p>
          <a:p>
            <a:pPr marL="0" indent="0">
              <a:buNone/>
            </a:pPr>
            <a:r>
              <a:rPr lang="en-US" dirty="0"/>
              <a:t>Text</a:t>
            </a:r>
          </a:p>
          <a:p>
            <a:pPr marL="514350" indent="-514350">
              <a:buAutoNum type="arabicPeriod"/>
            </a:pPr>
            <a:r>
              <a:rPr lang="en-US" dirty="0"/>
              <a:t>Pause</a:t>
            </a:r>
          </a:p>
          <a:p>
            <a:pPr marL="514350" indent="-514350">
              <a:buAutoNum type="arabicPeriod"/>
            </a:pPr>
            <a:r>
              <a:rPr lang="en-US" dirty="0"/>
              <a:t> Resume</a:t>
            </a:r>
          </a:p>
          <a:p>
            <a:pPr marL="514350" indent="-514350">
              <a:buAutoNum type="arabicPeriod"/>
            </a:pPr>
            <a:r>
              <a:rPr lang="en-US" dirty="0"/>
              <a:t>Terminate</a:t>
            </a:r>
          </a:p>
          <a:p>
            <a:pPr marL="514350" indent="-514350">
              <a:buAutoNum type="arabicPeriod"/>
            </a:pPr>
            <a:r>
              <a:rPr lang="en-US" dirty="0"/>
              <a:t> Restart</a:t>
            </a:r>
          </a:p>
          <a:p>
            <a:pPr marL="514350" indent="-514350">
              <a:buAutoNum type="arabicPeriod"/>
            </a:pPr>
            <a:r>
              <a:rPr lang="en-US" dirty="0"/>
              <a:t> Exit  </a:t>
            </a:r>
          </a:p>
          <a:p>
            <a:pPr marL="0" indent="0">
              <a:buNone/>
            </a:pPr>
            <a:r>
              <a:rPr lang="en-US" dirty="0"/>
              <a:t>Choice: 1 Pause signal sent.     Choice: 2Resume signal sent.         Choice: 4Process restarted.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04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713BE-3FDF-519C-D48A-D8717B3D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14D6B-0BAA-C629-56EC-B2E38A151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project simplifies Linux process management.</a:t>
            </a:r>
          </a:p>
          <a:p>
            <a:r>
              <a:rPr lang="en-US" dirty="0"/>
              <a:t>Linux signals are used to control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9925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40F0-8ABD-C492-4284-2220F821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0" y="2133600"/>
            <a:ext cx="11800115" cy="25908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72987266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</TotalTime>
  <Words>360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Felix Titling</vt:lpstr>
      <vt:lpstr>Goudy Old Style</vt:lpstr>
      <vt:lpstr>Archway</vt:lpstr>
      <vt:lpstr>LINUX SIGNAL-BASED PROCESS CONTROLLER</vt:lpstr>
      <vt:lpstr>Problem Statement</vt:lpstr>
      <vt:lpstr>Objectives</vt:lpstr>
      <vt:lpstr>Technologies Used</vt:lpstr>
      <vt:lpstr>System Architecture</vt:lpstr>
      <vt:lpstr>Implementation</vt:lpstr>
      <vt:lpstr>Results and Demonstration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Tanvi sannidhiraju</dc:creator>
  <cp:lastModifiedBy>Tanvi sannidhiraju</cp:lastModifiedBy>
  <cp:revision>1</cp:revision>
  <dcterms:created xsi:type="dcterms:W3CDTF">2026-10-17T05:37:31Z</dcterms:created>
  <dcterms:modified xsi:type="dcterms:W3CDTF">2026-10-17T05:38:45Z</dcterms:modified>
</cp:coreProperties>
</file>